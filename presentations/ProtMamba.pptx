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4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ProtMamba</a:t>
            </a:r>
            <a:r>
              <a:rPr lang="en-US" dirty="0"/>
              <a:t>: </a:t>
            </a:r>
            <a:r>
              <a:rPr dirty="0"/>
              <a:t>SSMs &amp; RNNs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State Space Models (SSMs):</a:t>
            </a:r>
          </a:p>
          <a:p>
            <a:pPr marL="0" indent="0">
              <a:buNone/>
            </a:pPr>
            <a:r>
              <a:rPr dirty="0"/>
              <a:t>  – Continuous hidden states updated at each token</a:t>
            </a:r>
          </a:p>
          <a:p>
            <a:pPr marL="0" indent="0">
              <a:buNone/>
            </a:pPr>
            <a:r>
              <a:rPr dirty="0"/>
              <a:t>  – Linear-time sequence processing</a:t>
            </a:r>
          </a:p>
          <a:p>
            <a:pPr marL="0" indent="0">
              <a:buNone/>
            </a:pPr>
            <a:r>
              <a:rPr dirty="0"/>
              <a:t>  – Efficient long-range dependency modeling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Recurrent structure:</a:t>
            </a:r>
          </a:p>
          <a:p>
            <a:pPr marL="0" indent="0">
              <a:buNone/>
            </a:pPr>
            <a:r>
              <a:rPr dirty="0"/>
              <a:t>  – Hidden state carries information forward</a:t>
            </a:r>
          </a:p>
          <a:p>
            <a:pPr marL="0" indent="0">
              <a:buNone/>
            </a:pPr>
            <a:r>
              <a:rPr dirty="0"/>
              <a:t>  – No quadratic attention cost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Key intuition:</a:t>
            </a:r>
          </a:p>
          <a:p>
            <a:r>
              <a:rPr dirty="0"/>
              <a:t>SSMs behave like structured RNNs that scale to very long sequences.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Decoder-Style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Decoder-only sequence model</a:t>
            </a:r>
          </a:p>
          <a:p>
            <a:pPr marL="0" indent="0">
              <a:buNone/>
            </a:pPr>
            <a:r>
              <a:rPr dirty="0"/>
              <a:t>• Processes tokens left-to-right</a:t>
            </a:r>
          </a:p>
          <a:p>
            <a:pPr marL="0" indent="0">
              <a:buNone/>
            </a:pPr>
            <a:r>
              <a:rPr dirty="0"/>
              <a:t>• Hidden state summarizes all previous context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Why decoder-style:</a:t>
            </a:r>
          </a:p>
          <a:p>
            <a:pPr marL="0" indent="0">
              <a:buNone/>
            </a:pPr>
            <a:r>
              <a:rPr dirty="0"/>
              <a:t>• Natural sequence generation</a:t>
            </a:r>
          </a:p>
          <a:p>
            <a:pPr marL="0" indent="0">
              <a:buNone/>
            </a:pPr>
            <a:r>
              <a:rPr dirty="0"/>
              <a:t>• Token-level probability outputs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ProtMamba</a:t>
            </a:r>
            <a:r>
              <a:rPr dirty="0"/>
              <a:t> twist:</a:t>
            </a:r>
          </a:p>
          <a:p>
            <a:pPr marL="0" indent="0">
              <a:buNone/>
            </a:pPr>
            <a:r>
              <a:rPr dirty="0"/>
              <a:t>• Context = concatenated homologous sequences</a:t>
            </a:r>
          </a:p>
          <a:p>
            <a:pPr marL="0" indent="0">
              <a:buNone/>
            </a:pPr>
            <a:r>
              <a:rPr dirty="0"/>
              <a:t>• Enables family-aware reasoning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Autoregressive next-token prediction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Fill-in-the-middle (FIM)</a:t>
            </a:r>
          </a:p>
          <a:p>
            <a:pPr marL="0" indent="0">
              <a:buNone/>
            </a:pPr>
            <a:r>
              <a:rPr dirty="0"/>
              <a:t>  – Mask internal spans</a:t>
            </a:r>
          </a:p>
          <a:p>
            <a:pPr marL="0" indent="0">
              <a:buNone/>
            </a:pPr>
            <a:r>
              <a:rPr dirty="0"/>
              <a:t>  – Predict masked residues using full context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129</Words>
  <Application>Microsoft Macintosh PowerPoint</Application>
  <PresentationFormat>On-screen Show (4:3)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ProtMamba: SSMs &amp; RNNs</vt:lpstr>
      <vt:lpstr>Decoder-Style Architecture</vt:lpstr>
      <vt:lpstr>Training Strategy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Chauhan (RIT Student)</cp:lastModifiedBy>
  <cp:revision>2</cp:revision>
  <dcterms:created xsi:type="dcterms:W3CDTF">2013-01-27T09:14:16Z</dcterms:created>
  <dcterms:modified xsi:type="dcterms:W3CDTF">2026-02-12T18:03:00Z</dcterms:modified>
  <cp:category/>
</cp:coreProperties>
</file>